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Poi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988" y="481317"/>
            <a:ext cx="5943600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Игра “disco death &gt;:)”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374988" y="1894355"/>
            <a:ext cx="5349240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Разработали: Гридасов Владимир и Владислав Сиромашенко</a:t>
            </a:r>
            <a:endParaRPr lang="en-US" sz="1440" dirty="0"/>
          </a:p>
        </p:txBody>
      </p:sp>
      <p:sp>
        <p:nvSpPr>
          <p:cNvPr id="4" name="Shape 2"/>
          <p:cNvSpPr/>
          <p:nvPr/>
        </p:nvSpPr>
        <p:spPr>
          <a:xfrm>
            <a:off x="477715" y="1744199"/>
            <a:ext cx="5020056" cy="0"/>
          </a:xfrm>
          <a:custGeom>
            <a:avLst/>
            <a:gdLst/>
            <a:ahLst/>
            <a:cxnLst/>
            <a:rect l="l" t="t" r="r" b="b"/>
            <a:pathLst>
              <a:path w="5020056" h="0">
                <a:moveTo>
                  <a:pt x="0" y="0"/>
                </a:moveTo>
                <a:lnTo>
                  <a:pt x="5020056" y="0"/>
                </a:lnTo>
              </a:path>
            </a:pathLst>
          </a:custGeom>
          <a:noFill/>
          <a:ln w="18288">
            <a:solidFill>
              <a:srgbClr val="FC8766"/>
            </a:solidFill>
            <a:prstDash val="solid"/>
            <a:headEnd type="none"/>
            <a:tailEnd type="none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1099" y="481317"/>
            <a:ext cx="1837944" cy="17465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24107" cy="5143500"/>
          </a:xfrm>
          <a:custGeom>
            <a:avLst/>
            <a:gdLst/>
            <a:ahLst/>
            <a:cxnLst/>
            <a:rect l="l" t="t" r="r" b="b"/>
            <a:pathLst>
              <a:path w="3224107" h="5143500">
                <a:moveTo>
                  <a:pt x="0" y="0"/>
                </a:moveTo>
                <a:lnTo>
                  <a:pt x="3224107" y="0"/>
                </a:lnTo>
                <a:lnTo>
                  <a:pt x="3224107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C8766"/>
          </a:solidFill>
          <a:ln/>
        </p:spPr>
      </p:sp>
      <p:sp>
        <p:nvSpPr>
          <p:cNvPr id="3" name="Shape 1"/>
          <p:cNvSpPr/>
          <p:nvPr/>
        </p:nvSpPr>
        <p:spPr>
          <a:xfrm>
            <a:off x="1568027" y="915670"/>
            <a:ext cx="3312160" cy="3312160"/>
          </a:xfrm>
          <a:custGeom>
            <a:avLst/>
            <a:gdLst/>
            <a:ahLst/>
            <a:cxnLst/>
            <a:rect l="l" t="t" r="r" b="b"/>
            <a:pathLst>
              <a:path w="3312160" h="3312160">
                <a:moveTo>
                  <a:pt x="1656080" y="0"/>
                </a:moveTo>
                <a:cubicBezTo>
                  <a:pt x="2570095" y="0"/>
                  <a:pt x="3312160" y="742065"/>
                  <a:pt x="3312160" y="1656080"/>
                </a:cubicBezTo>
                <a:cubicBezTo>
                  <a:pt x="3312160" y="2570095"/>
                  <a:pt x="2570095" y="3312160"/>
                  <a:pt x="1656080" y="3312160"/>
                </a:cubicBezTo>
                <a:cubicBezTo>
                  <a:pt x="742065" y="3312160"/>
                  <a:pt x="0" y="2570095"/>
                  <a:pt x="0" y="1656080"/>
                </a:cubicBezTo>
                <a:cubicBezTo>
                  <a:pt x="0" y="742065"/>
                  <a:pt x="742065" y="0"/>
                  <a:pt x="1656080" y="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 w="9144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81200" y="1328843"/>
            <a:ext cx="2485813" cy="2485813"/>
          </a:xfrm>
          <a:custGeom>
            <a:avLst/>
            <a:gdLst/>
            <a:ahLst/>
            <a:cxnLst/>
            <a:rect l="l" t="t" r="r" b="b"/>
            <a:pathLst>
              <a:path w="2485813" h="2485813">
                <a:moveTo>
                  <a:pt x="1242907" y="0"/>
                </a:moveTo>
                <a:cubicBezTo>
                  <a:pt x="1928886" y="0"/>
                  <a:pt x="2485813" y="556928"/>
                  <a:pt x="2485813" y="1242907"/>
                </a:cubicBezTo>
                <a:cubicBezTo>
                  <a:pt x="2485813" y="1928886"/>
                  <a:pt x="1928886" y="2485813"/>
                  <a:pt x="1242907" y="2485813"/>
                </a:cubicBezTo>
                <a:cubicBezTo>
                  <a:pt x="556928" y="2485813"/>
                  <a:pt x="0" y="1928886"/>
                  <a:pt x="0" y="1242907"/>
                </a:cubicBezTo>
                <a:cubicBezTo>
                  <a:pt x="0" y="556928"/>
                  <a:pt x="556928" y="0"/>
                  <a:pt x="124290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981200" y="1328843"/>
            <a:ext cx="2485813" cy="2485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60"/>
              </a:spcBef>
              <a:buNone/>
            </a:pPr>
            <a:r>
              <a:rPr lang="en-US" sz="57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771813" y="470608"/>
            <a:ext cx="3285067" cy="10607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использовали данные библиотеки: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5235787" y="1850390"/>
            <a:ext cx="2357120" cy="1389888"/>
          </a:xfrm>
          <a:prstGeom prst="rect">
            <a:avLst/>
          </a:prstGeom>
          <a:solidFill>
            <a:srgbClr val="E6E6E6">
              <a:alpha val="50000"/>
            </a:srgbClr>
          </a:solidFill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317500" indent="-317500">
              <a:lnSpc>
                <a:spcPct val="16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4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PyGame</a:t>
            </a:r>
            <a:endParaRPr lang="en-US" sz="1440" dirty="0"/>
          </a:p>
          <a:p>
            <a:pPr marL="317500" indent="-317500">
              <a:lnSpc>
                <a:spcPct val="16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4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</a:t>
            </a:r>
            <a:endParaRPr lang="en-US" sz="1440" dirty="0"/>
          </a:p>
          <a:p>
            <a:pPr marL="317500" indent="-317500">
              <a:lnSpc>
                <a:spcPct val="16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4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4963" y="1163574"/>
            <a:ext cx="6813972" cy="457200"/>
          </a:xfrm>
          <a:prstGeom prst="rect">
            <a:avLst/>
          </a:prstGeom>
          <a:solidFill>
            <a:srgbClr val="E6E6E6">
              <a:alpha val="50000"/>
            </a:srgbClr>
          </a:solidFill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1214963" y="1939121"/>
            <a:ext cx="6813972" cy="457200"/>
          </a:xfrm>
          <a:prstGeom prst="rect">
            <a:avLst/>
          </a:prstGeom>
          <a:solidFill>
            <a:srgbClr val="E6E6E6">
              <a:alpha val="50000"/>
            </a:srgbClr>
          </a:solidFill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Enemy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1214963" y="2714667"/>
            <a:ext cx="6813972" cy="457200"/>
          </a:xfrm>
          <a:prstGeom prst="rect">
            <a:avLst/>
          </a:prstGeom>
          <a:solidFill>
            <a:srgbClr val="E6E6E6">
              <a:alpha val="50000"/>
            </a:srgbClr>
          </a:solidFill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1214963" y="3490214"/>
            <a:ext cx="6813972" cy="457200"/>
          </a:xfrm>
          <a:prstGeom prst="rect">
            <a:avLst/>
          </a:prstGeom>
          <a:solidFill>
            <a:srgbClr val="E6E6E6">
              <a:alpha val="50000"/>
            </a:srgbClr>
          </a:solidFill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Sword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1214963" y="248769"/>
            <a:ext cx="4784416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Классы используемые в проекте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95606" y="2934759"/>
            <a:ext cx="3900118" cy="3292723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466514"/>
            <a:ext cx="2237024" cy="335397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290362"/>
            <a:ext cx="3529584" cy="294436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230" y="2070610"/>
            <a:ext cx="4216975" cy="301748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136029">
            <a:off x="1467497" y="2023967"/>
            <a:ext cx="727439" cy="335108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9028" y="178531"/>
            <a:ext cx="2247563" cy="224756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6591" y="178531"/>
            <a:ext cx="2187399" cy="21873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2025-02-06T19:50:14Z</dcterms:created>
  <dcterms:modified xsi:type="dcterms:W3CDTF">2025-02-06T19:50:14Z</dcterms:modified>
</cp:coreProperties>
</file>